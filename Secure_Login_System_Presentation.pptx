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6"/>
  </p:normalViewPr>
  <p:slideViewPr>
    <p:cSldViewPr snapToGrid="0" snapToObjects="1">
      <p:cViewPr varScale="1">
        <p:scale>
          <a:sx n="109" d="100"/>
          <a:sy n="109" d="100"/>
        </p:scale>
        <p:origin x="17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 Login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Name</a:t>
            </a:r>
            <a:r>
              <a:t>: </a:t>
            </a:r>
            <a:r>
              <a:rPr lang="en-US"/>
              <a:t>Abinaya S</a:t>
            </a:r>
            <a:endParaRPr/>
          </a:p>
          <a:p>
            <a:pPr>
              <a:defRPr sz="2200"/>
            </a:pPr>
            <a:r>
              <a:rPr dirty="0"/>
              <a:t>Department: Cyber Security</a:t>
            </a:r>
          </a:p>
          <a:p>
            <a:pPr>
              <a:defRPr sz="2200"/>
            </a:pPr>
            <a:r>
              <a:rPr dirty="0"/>
              <a:t>Company: </a:t>
            </a:r>
            <a:r>
              <a:rPr dirty="0" err="1"/>
              <a:t>Thiranex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Secure Login System protects user accounts through authentication and secure credential handling.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Traditional login systems are vulnerable to weak passwords, brute-force attacks and SQL injection.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Secure user authentication</a:t>
            </a:r>
          </a:p>
          <a:p>
            <a:pPr>
              <a:defRPr sz="2200"/>
            </a:pPr>
            <a:r>
              <a:t>• Protect user data</a:t>
            </a:r>
          </a:p>
          <a:p>
            <a:pPr>
              <a:defRPr sz="2200"/>
            </a:pPr>
            <a:r>
              <a:t>• Prevent unauthorized access</a:t>
            </a:r>
          </a:p>
          <a:p>
            <a:pPr>
              <a:defRPr sz="2200"/>
            </a:pPr>
            <a:r>
              <a:t>• Encrypt passwords</a:t>
            </a:r>
          </a:p>
          <a:p>
            <a:pPr>
              <a:defRPr sz="2200"/>
            </a:pPr>
            <a:r>
              <a:t>• Improve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Flask</a:t>
            </a:r>
          </a:p>
          <a:p>
            <a:pPr>
              <a:defRPr sz="2200"/>
            </a:pPr>
            <a:r>
              <a:t>MySQL/SQLite</a:t>
            </a:r>
          </a:p>
          <a:p>
            <a:pPr>
              <a:defRPr sz="2200"/>
            </a:pPr>
            <a:r>
              <a:t>HTML/CSS</a:t>
            </a:r>
          </a:p>
          <a:p>
            <a:pPr>
              <a:defRPr sz="2200"/>
            </a:pPr>
            <a:r>
              <a:t>VS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→ Login Form → Authentication → Database → Access Granted/Denied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Register</a:t>
            </a:r>
          </a:p>
          <a:p>
            <a:pPr>
              <a:defRPr sz="2200"/>
            </a:pPr>
            <a:r>
              <a:t>Login</a:t>
            </a:r>
          </a:p>
          <a:p>
            <a:pPr>
              <a:defRPr sz="2200"/>
            </a:pPr>
            <a:r>
              <a:t>Validate Input</a:t>
            </a:r>
          </a:p>
          <a:p>
            <a:pPr>
              <a:defRPr sz="2200"/>
            </a:pPr>
            <a:r>
              <a:t>Verify Password</a:t>
            </a:r>
          </a:p>
          <a:p>
            <a:pPr>
              <a:defRPr sz="2200"/>
            </a:pPr>
            <a:r>
              <a:t>Grant/Deny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Password Hashing</a:t>
            </a:r>
          </a:p>
          <a:p>
            <a:pPr>
              <a:defRPr sz="2200"/>
            </a:pPr>
            <a:r>
              <a:t>Input Validation</a:t>
            </a:r>
          </a:p>
          <a:p>
            <a:pPr>
              <a:defRPr sz="2200"/>
            </a:pPr>
            <a:r>
              <a:t>Session Management</a:t>
            </a:r>
          </a:p>
          <a:p>
            <a:pPr>
              <a:defRPr sz="2200"/>
            </a:pPr>
            <a:r>
              <a:t>Secure Authentication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Flask</a:t>
            </a:r>
          </a:p>
          <a:p>
            <a:pPr>
              <a:defRPr sz="2200"/>
            </a:pPr>
            <a:r>
              <a:t>HTML</a:t>
            </a:r>
          </a:p>
          <a:p>
            <a:pPr>
              <a:defRPr sz="2200"/>
            </a:pPr>
            <a:r>
              <a:t>CSS</a:t>
            </a:r>
          </a:p>
          <a:p>
            <a:pPr>
              <a:defRPr sz="2200"/>
            </a:pPr>
            <a:r>
              <a:t>SQLite/MySQL</a:t>
            </a:r>
          </a:p>
          <a:p>
            <a:pPr>
              <a:defRPr sz="2200"/>
            </a:pPr>
            <a:r>
              <a:t>bcrypt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Create login page</a:t>
            </a:r>
          </a:p>
          <a:p>
            <a:pPr>
              <a:defRPr sz="2200"/>
            </a:pPr>
            <a:r>
              <a:t>Store hashed passwords</a:t>
            </a:r>
          </a:p>
          <a:p>
            <a:pPr>
              <a:defRPr sz="2200"/>
            </a:pPr>
            <a:r>
              <a:t>Validate credentials</a:t>
            </a:r>
          </a:p>
          <a:p>
            <a:pPr>
              <a:defRPr sz="2200"/>
            </a:pPr>
            <a:r>
              <a:t>Manage sessions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enters credentials</a:t>
            </a:r>
          </a:p>
          <a:p>
            <a:pPr>
              <a:defRPr sz="2200"/>
            </a:pPr>
            <a:r>
              <a:t>Password hash verified</a:t>
            </a:r>
          </a:p>
          <a:p>
            <a:pPr>
              <a:defRPr sz="2200"/>
            </a:pPr>
            <a:r>
              <a:t>Access granted if valid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Improves security</a:t>
            </a:r>
          </a:p>
          <a:p>
            <a:pPr>
              <a:defRPr sz="2200"/>
            </a:pPr>
            <a:r>
              <a:t>Protects user accounts</a:t>
            </a:r>
          </a:p>
          <a:p>
            <a:pPr>
              <a:defRPr sz="2200"/>
            </a:pPr>
            <a:r>
              <a:t>Easy to use</a:t>
            </a:r>
          </a:p>
          <a:p>
            <a:pPr>
              <a:defRPr sz="2200"/>
            </a:pPr>
            <a:r>
              <a:t>Scalable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Requires secure database</a:t>
            </a:r>
          </a:p>
          <a:p>
            <a:pPr>
              <a:defRPr sz="2200"/>
            </a:pPr>
            <a:r>
              <a:t>Needs regular updates</a:t>
            </a:r>
          </a:p>
          <a:p>
            <a:pPr>
              <a:defRPr sz="2200"/>
            </a:pPr>
            <a:r>
              <a:t>Cannot stop all attacks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Multi-Factor Authentication</a:t>
            </a:r>
          </a:p>
          <a:p>
            <a:pPr>
              <a:defRPr sz="2200"/>
            </a:pPr>
            <a:r>
              <a:t>Biometric Login</a:t>
            </a:r>
          </a:p>
          <a:p>
            <a:pPr>
              <a:defRPr sz="2200"/>
            </a:pPr>
            <a:r>
              <a:t>OTP Verification</a:t>
            </a:r>
          </a:p>
          <a:p>
            <a:pPr>
              <a:defRPr sz="2200"/>
            </a:pPr>
            <a:r>
              <a:t>AI Threat Detection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Secure Login Systems are essential for protecting sensitive information and preventing unauthorized access.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195</Words>
  <Application>Microsoft Macintosh PowerPoint</Application>
  <PresentationFormat>On-screen Show (4:3)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Secure Login System</vt:lpstr>
      <vt:lpstr>Introduction</vt:lpstr>
      <vt:lpstr>Problem Statement</vt:lpstr>
      <vt:lpstr>Objectives</vt:lpstr>
      <vt:lpstr>Tools Used</vt:lpstr>
      <vt:lpstr>System Architecture</vt:lpstr>
      <vt:lpstr>Workflow</vt:lpstr>
      <vt:lpstr>Features</vt:lpstr>
      <vt:lpstr>Technologies Used</vt:lpstr>
      <vt:lpstr>Implementation</vt:lpstr>
      <vt:lpstr>Authentication Process</vt:lpstr>
      <vt:lpstr>Advantages</vt:lpstr>
      <vt:lpstr>Limitations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</cp:lastModifiedBy>
  <cp:revision>2</cp:revision>
  <dcterms:created xsi:type="dcterms:W3CDTF">2013-01-27T09:14:16Z</dcterms:created>
  <dcterms:modified xsi:type="dcterms:W3CDTF">2026-07-19T16:02:57Z</dcterms:modified>
  <cp:category/>
</cp:coreProperties>
</file>