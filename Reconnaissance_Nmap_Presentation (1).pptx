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Reconnaissance &amp; Nmap Scanning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Information gathering phase.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Identify ports/services.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Passive vs Active reconnaissance.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Nmap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Nmap features and scan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Kali, VirtualBox, VulnHub.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VirtualBox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Import and run target VM.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Host-only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Configure Host-only Adapter.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Target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ip a / ifconfig.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Nmap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nmap -A, -sV, -O, -Pn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Aggressive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Detect OS and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Version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Identify service versions.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Surface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Map exposed services and risks.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Summarize findings with screenshots.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Learning outcomes and future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