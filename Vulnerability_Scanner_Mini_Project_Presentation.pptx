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6"/>
  </p:normalViewPr>
  <p:slideViewPr>
    <p:cSldViewPr snapToGrid="0" snapToObjects="1">
      <p:cViewPr varScale="1">
        <p:scale>
          <a:sx n="109" d="100"/>
          <a:sy n="109" d="100"/>
        </p:scale>
        <p:origin x="174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Vulnerability Scanner Mini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Name</a:t>
            </a:r>
            <a:r>
              <a:t>: </a:t>
            </a:r>
            <a:r>
              <a:rPr lang="en-US"/>
              <a:t>Abinaya S</a:t>
            </a:r>
            <a:endParaRPr/>
          </a:p>
          <a:p>
            <a:pPr>
              <a:defRPr sz="2200"/>
            </a:pPr>
            <a:r>
              <a:rPr dirty="0"/>
              <a:t>Department: Cyber Security</a:t>
            </a:r>
          </a:p>
          <a:p>
            <a:pPr>
              <a:defRPr sz="2200"/>
            </a:pPr>
            <a:r>
              <a:rPr dirty="0"/>
              <a:t>Company: </a:t>
            </a:r>
            <a:r>
              <a:rPr dirty="0" err="1"/>
              <a:t>Thiranex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 Vulnerability Scanner identifies security weaknesses in systems, networks, and web applications.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Security flaws can lead to data breaches, unauthorized access, malware attacks and financial loss.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Detect vulnerabilities</a:t>
            </a:r>
          </a:p>
          <a:p>
            <a:pPr>
              <a:defRPr sz="2200"/>
            </a:pPr>
            <a:r>
              <a:t>• Identify open ports</a:t>
            </a:r>
          </a:p>
          <a:p>
            <a:pPr>
              <a:defRPr sz="2200"/>
            </a:pPr>
            <a:r>
              <a:t>• Discover services</a:t>
            </a:r>
          </a:p>
          <a:p>
            <a:pPr>
              <a:defRPr sz="2200"/>
            </a:pPr>
            <a:r>
              <a:t>• Improve security</a:t>
            </a:r>
          </a:p>
          <a:p>
            <a:pPr>
              <a:defRPr sz="2200"/>
            </a:pPr>
            <a:r>
              <a:t>• Generate reports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Kali Linux</a:t>
            </a:r>
          </a:p>
          <a:p>
            <a:pPr>
              <a:defRPr sz="2200"/>
            </a:pPr>
            <a:r>
              <a:t>Nmap</a:t>
            </a:r>
          </a:p>
          <a:p>
            <a:pPr>
              <a:defRPr sz="2200"/>
            </a:pPr>
            <a:r>
              <a:t>Python</a:t>
            </a:r>
          </a:p>
          <a:p>
            <a:pPr>
              <a:defRPr sz="2200"/>
            </a:pPr>
            <a:r>
              <a:t>VirtualBox</a:t>
            </a:r>
          </a:p>
          <a:p>
            <a:pPr>
              <a:defRPr sz="2200"/>
            </a:pPr>
            <a:r>
              <a:t>Laptop/Desktop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User → Target → Scanner → Detection →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Start Scan</a:t>
            </a:r>
          </a:p>
          <a:p>
            <a:pPr>
              <a:defRPr sz="2200"/>
            </a:pPr>
            <a:r>
              <a:t>Enter IP</a:t>
            </a:r>
          </a:p>
          <a:p>
            <a:pPr>
              <a:defRPr sz="2200"/>
            </a:pPr>
            <a:r>
              <a:t>Scan</a:t>
            </a:r>
          </a:p>
          <a:p>
            <a:pPr>
              <a:defRPr sz="2200"/>
            </a:pPr>
            <a:r>
              <a:t>Detect Ports</a:t>
            </a:r>
          </a:p>
          <a:p>
            <a:pPr>
              <a:defRPr sz="2200"/>
            </a:pPr>
            <a:r>
              <a:t>Analyze</a:t>
            </a:r>
          </a:p>
          <a:p>
            <a:pPr>
              <a:defRPr sz="2200"/>
            </a:pPr>
            <a:r>
              <a:t>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Fast Scanning</a:t>
            </a:r>
          </a:p>
          <a:p>
            <a:pPr>
              <a:defRPr sz="2200"/>
            </a:pPr>
            <a:r>
              <a:t>OS Detection</a:t>
            </a:r>
          </a:p>
          <a:p>
            <a:pPr>
              <a:defRPr sz="2200"/>
            </a:pPr>
            <a:r>
              <a:t>Service Detection</a:t>
            </a:r>
          </a:p>
          <a:p>
            <a:pPr>
              <a:defRPr sz="2200"/>
            </a:pPr>
            <a:r>
              <a:t>Reports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Python</a:t>
            </a:r>
          </a:p>
          <a:p>
            <a:pPr>
              <a:defRPr sz="2200"/>
            </a:pPr>
            <a:r>
              <a:t>socket</a:t>
            </a:r>
          </a:p>
          <a:p>
            <a:pPr>
              <a:defRPr sz="2200"/>
            </a:pPr>
            <a:r>
              <a:t>python-nmap</a:t>
            </a:r>
          </a:p>
          <a:p>
            <a:pPr>
              <a:defRPr sz="2200"/>
            </a:pPr>
            <a:r>
              <a:t>requests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Configure target</a:t>
            </a:r>
          </a:p>
          <a:p>
            <a:pPr>
              <a:defRPr sz="2200"/>
            </a:pPr>
            <a:r>
              <a:t>Run Nmap</a:t>
            </a:r>
          </a:p>
          <a:p>
            <a:pPr>
              <a:defRPr sz="2200"/>
            </a:pPr>
            <a:r>
              <a:t>Analyze results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22 SSH Open</a:t>
            </a:r>
          </a:p>
          <a:p>
            <a:pPr>
              <a:defRPr sz="2200"/>
            </a:pPr>
            <a:r>
              <a:t>80 HTTP Open</a:t>
            </a:r>
          </a:p>
          <a:p>
            <a:pPr>
              <a:defRPr sz="2200"/>
            </a:pPr>
            <a:r>
              <a:t>443 HTTPS Open</a:t>
            </a:r>
          </a:p>
          <a:p>
            <a:pPr>
              <a:defRPr sz="2200"/>
            </a:pPr>
            <a:r>
              <a:t>(Add screenshot)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Easy</a:t>
            </a:r>
          </a:p>
          <a:p>
            <a:pPr>
              <a:defRPr sz="2200"/>
            </a:pPr>
            <a:r>
              <a:t>Fast</a:t>
            </a:r>
          </a:p>
          <a:p>
            <a:pPr>
              <a:defRPr sz="2200"/>
            </a:pPr>
            <a:r>
              <a:t>Improves Security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False positives</a:t>
            </a:r>
          </a:p>
          <a:p>
            <a:pPr>
              <a:defRPr sz="2200"/>
            </a:pPr>
            <a:r>
              <a:t>Needs permission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AI Detection</a:t>
            </a:r>
          </a:p>
          <a:p>
            <a:pPr>
              <a:defRPr sz="2200"/>
            </a:pPr>
            <a:r>
              <a:t>Cloud Scanning</a:t>
            </a:r>
          </a:p>
          <a:p>
            <a:pPr>
              <a:defRPr sz="2200"/>
            </a:pPr>
            <a:r>
              <a:t>Realtime Monitoring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155</Words>
  <Application>Microsoft Macintosh PowerPoint</Application>
  <PresentationFormat>On-screen Show (4:3)</PresentationFormat>
  <Paragraphs>61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Vulnerability Scanner Mini Project</vt:lpstr>
      <vt:lpstr>Introduction</vt:lpstr>
      <vt:lpstr>Problem Statement</vt:lpstr>
      <vt:lpstr>Objectives</vt:lpstr>
      <vt:lpstr>Tools Used</vt:lpstr>
      <vt:lpstr>System Architecture</vt:lpstr>
      <vt:lpstr>Workflow</vt:lpstr>
      <vt:lpstr>Features</vt:lpstr>
      <vt:lpstr>Technologies Used</vt:lpstr>
      <vt:lpstr>Implementation</vt:lpstr>
      <vt:lpstr>Scan Results</vt:lpstr>
      <vt:lpstr>Advantages</vt:lpstr>
      <vt:lpstr>Limitations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Abi</cp:lastModifiedBy>
  <cp:revision>2</cp:revision>
  <dcterms:created xsi:type="dcterms:W3CDTF">2013-01-27T09:14:16Z</dcterms:created>
  <dcterms:modified xsi:type="dcterms:W3CDTF">2026-07-19T16:03:22Z</dcterms:modified>
  <cp:category/>
</cp:coreProperties>
</file>